
<file path=[Content_Types].xml><?xml version="1.0" encoding="utf-8"?>
<Types xmlns="http://schemas.openxmlformats.org/package/2006/content-types">
  <Default Extension="1710253555" ContentType="image/1710253555"/>
  <Default Extension="1719471151" ContentType="image/1719471151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3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https://imgv2-2-f.scribdassets.com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https://imgv2-2-f.scribdassets.com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https://media.cheggcdn.com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https://media.cheggcdn.com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1710253555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171947115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Weather-Based Prediction Of Wind Turbine Energy Output: A Next-Generation Approach To Renewable Ener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gv2-2-f.scribdassets.com/img/document/324331729/original/bc4ae0d1d3/1710253555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Wind Energy and Its Significance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Wind energy is a rapidly growing source of renewable power worldwide.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prediction of wind turbine output is essential for efficient energy management.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Next-generation approaches leverage advanced weather prediction models to improve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.pinimg.com/originals/74/ed/10/74ed10af56c1740550416fcd54f3e54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Wind Power Forecasting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wind speeds due to changing weather conditions complicates energy prediction.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models often lack precision, leading to grid instability.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Improving forecast accuracy is crucial for integrating wind power into energy systems reliably.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Role of Weather Data in Wind Energy Prediction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Weather parameters such as wind speed, direction, temperature, and pressure influence turbine output.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High-resolution weather data enables more precise modeling of wind behavior.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real-time weather observations enhances the reliability of forecasts.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gv2-2-f.scribdassets.com/img/document/722863088/original/ad76588214/1719471151?v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Next-Generation Prediction Models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Advanced models use machine learning algorithms to analyze complex weather patterns.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models can adapt to new data, improving their predictive capabilities over 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meteorological forecasts with turbine performance data is central to these approaches.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media.cheggcdn.com/media/5bf/5bfcdedb-a2eb-4870-900a-e9fac2bbe48a/phpkiM1H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Techniques in Prediction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such as neural networks and ensemble learning are commonly employed.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identify nonlinear relationships between weather variables and energy output.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models outperform traditional statistical methods in dynamic weather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Processing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predictions require comprehensive datasets from weather stations, satellites, and turbines.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preprocessing involves cleaning, normalization, and feature selection.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multiple data sources enhances the robustness of the forecasting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and Applications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pilot projects demonstrate improved forecast accuracy using weather-based models.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approaches help optimize turbine operation and maintenance scheduling.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also contribute to better energy grid management and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Next-Generation Prediction Approaches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Increased forecast precision leads to higher energy production estimates.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Reduced operational costs by optimizing turbine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Enhanced reliability and stability of renewable energy supply systems.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Research Opportunities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Incorporation of climate change models to account for long-term weather pattern shifts.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Development of real-time adaptive algorithms for instantaneous forecasting.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Expanding predictive frameworks to include other renewable sources like solar and hydro.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Outlook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Weather-based prediction represents a critical advancement in renewable energy management.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Next-generation models promise to unlock higher efficiencies and grid integration capabilities.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research and technological development are essential for maximizing wind energy potential.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On-screen Show (16:9)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Weather-Based Prediction Of Wind Turbine Energy Output: A Next-Generation Approach To Renewable Ener</dc:title>
  <dc:subject>Weather-Based Prediction Of Wind Turbine Energy Output: A Next-Generation Approach To Renewable Ener</dc:subject>
  <dc:creator>SlideMake.com</dc:creator>
  <cp:lastModifiedBy>Meenuga Abhi</cp:lastModifiedBy>
  <cp:revision>2</cp:revision>
  <dcterms:created xsi:type="dcterms:W3CDTF">2026-02-18T06:12:59Z</dcterms:created>
  <dcterms:modified xsi:type="dcterms:W3CDTF">2026-02-18T07:10:04Z</dcterms:modified>
</cp:coreProperties>
</file>